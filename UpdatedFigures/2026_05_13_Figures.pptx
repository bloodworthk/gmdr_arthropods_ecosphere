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62"/>
    <p:restoredTop sz="94679"/>
  </p:normalViewPr>
  <p:slideViewPr>
    <p:cSldViewPr snapToGrid="0">
      <p:cViewPr varScale="1">
        <p:scale>
          <a:sx n="101" d="100"/>
          <a:sy n="101" d="100"/>
        </p:scale>
        <p:origin x="2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776D-A946-6E9B-9F11-6C398E57C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1F0C3-2D81-6619-ED5D-B9A4B51ED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577CB-8B0F-7F45-2547-5F23AFC7D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7F70A-C0E3-46E3-B648-C247AFC4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918B4-7CFE-52F0-28F8-0BC98DC10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7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3905-5268-294C-93DC-DE729020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AB20B-BF7E-3D5E-8B51-D4D315F74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DB6D-2F52-C3B8-D7F2-B3220C37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FAC57-576F-A5DA-9EDB-9D3225E3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2B0BB-8CC5-DB01-A4F2-C19D9B24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05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E11D5-701C-D01C-8336-5E16BA4BC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DE956-7452-E9C1-15CF-1A74754B1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3C8FB-8668-AC16-CAC0-F90C03CD4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4E745-4F50-22D1-4E55-204C0FE39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12E54-5143-D521-3A35-F55B12B3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5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9922-B8A8-11F6-7C69-49B9E7F0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8169D-BEDC-E273-CFED-37200C308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F44D8-FC17-4E77-A568-93CE08C58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9BBFC-966D-5105-F12E-52A243835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195E8-8B49-64C1-4C74-2634D214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92A17-AE24-89AF-6B7F-DB836B8F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5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4871-A149-BEC1-624A-E7DCF5FE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B24B1-B1A3-B9A2-0DAD-B1249A85F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3BBE5-C204-CC1B-DE73-EB72E77A0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D9E57-146B-8133-01DE-27A14B278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51E43-2209-4684-3D78-5E2B8391E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9598CB-A72D-7D0E-DB68-99626E83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1299D-7048-B490-B287-74A04210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F7C2DF-8E7A-0C85-6E35-F55D27EF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8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CFB9-A4B7-31E9-B9D1-7EDDAA69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8E679-7677-5BD9-C998-DAB491C9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D366F-8C5A-60E7-7513-AAC0205C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75B05-1E8E-56AC-8ACA-79347D8D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8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0E3818-11EA-A7C4-6609-E3DA3B2E5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8FF2F-ADCF-5BFF-8A75-9001AE4A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54234-D838-7738-74E0-988DA484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8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321C5-43D9-FAC1-01D9-BFF6035A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7FB53-2CF0-6668-7616-81F8778C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24C06-80B4-202C-D29F-E942C8533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CAF2C-C27D-465B-FDAA-5963D8E84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9AF5A-0D80-66CC-EBA5-CF1290F1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96541-ECD1-933C-8497-33669A499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77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775B8-6246-B2C0-744D-59E244EF0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8E3F2-5899-510D-99A7-3F8F2EADC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7EFE4-834F-F0CA-A1E9-902AAD9EA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0C28D-9046-1502-8090-A79D2C46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3B8E8-B08D-D828-5666-023134D6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B6A08-4EE0-C47A-6E6B-059256B0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286B-7A0A-B3CB-63BD-787EDF2A1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5872B-60D0-6A8C-1638-3788A1C62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8B660-89CD-0BF5-3729-9E8C410B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8FAA6-44D0-C15F-65B1-A912D0248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D3123-DAF2-94D4-797D-EC8B891B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40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C6EE25-83C6-020C-CB8B-8D5CA7C8D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2872C-B1A6-D27E-ED0B-247876219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47741-39D9-3CB9-9F4E-3B0D06FE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63AD8-97DB-7120-50D0-F0F2B9160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6AB9-2CF7-99F4-1FD6-823AE71A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26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FD8C08-6717-937A-D8DC-663409D4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1CDDE-A52F-4A69-659B-E169686E2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724BF-851E-6672-D83B-F2962E1BAF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02FC2-BF84-3849-9A0E-399C4B094862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9B14C-8BB7-0275-DBA1-BBD492B7D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0B7E9-EED1-9999-279E-9C1F91D89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271D5-CA7D-7F48-A578-760CFB59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2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BEC0665-3BA5-3E31-9F0A-EC47C1A9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Figure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F1E9C-D66C-1541-8737-FD0B53E31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39" y="2257425"/>
            <a:ext cx="9206061" cy="4600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1F206F-2AFE-4B7D-C839-7F52CD1FD30C}"/>
              </a:ext>
            </a:extLst>
          </p:cNvPr>
          <p:cNvSpPr txBox="1"/>
          <p:nvPr/>
        </p:nvSpPr>
        <p:spPr>
          <a:xfrm>
            <a:off x="2083519" y="0"/>
            <a:ext cx="10833100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stats, colors, labels </a:t>
            </a:r>
          </a:p>
          <a:p>
            <a:endParaRPr lang="en-US" sz="700" dirty="0"/>
          </a:p>
          <a:p>
            <a:r>
              <a:rPr lang="en-US" dirty="0"/>
              <a:t>Thoughts</a:t>
            </a:r>
          </a:p>
          <a:p>
            <a:pPr marL="285750" indent="-285750">
              <a:buFontTx/>
              <a:buChar char="-"/>
            </a:pPr>
            <a:r>
              <a:rPr lang="en-US" dirty="0"/>
              <a:t>Not sure why I changed the grazing labels – someone must have said something?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I like  “Rest from Grazing” better than cattle removal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Destock and light grazing I am fine either way</a:t>
            </a:r>
          </a:p>
        </p:txBody>
      </p:sp>
    </p:spTree>
    <p:extLst>
      <p:ext uri="{BB962C8B-B14F-4D97-AF65-F5344CB8AC3E}">
        <p14:creationId xmlns:p14="http://schemas.microsoft.com/office/powerpoint/2010/main" val="3358629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E7263-BE16-E9F4-4534-5D9AF90A1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F82008-2401-680C-D7B9-AE333F15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Figure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CCBB2-E7CB-A813-D98A-87741AD1435D}"/>
              </a:ext>
            </a:extLst>
          </p:cNvPr>
          <p:cNvSpPr txBox="1"/>
          <p:nvPr/>
        </p:nvSpPr>
        <p:spPr>
          <a:xfrm>
            <a:off x="0" y="956231"/>
            <a:ext cx="55992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 stats, colors, labels</a:t>
            </a:r>
          </a:p>
          <a:p>
            <a:endParaRPr lang="en-US" dirty="0"/>
          </a:p>
          <a:p>
            <a:r>
              <a:rPr lang="en-US" dirty="0" err="1"/>
              <a:t>Block:Grazing_Treatment</a:t>
            </a:r>
            <a:r>
              <a:rPr lang="en-US" dirty="0"/>
              <a:t> instead of just Block (before)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244485-CC0D-0EB0-AB19-0727B0854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672" y="0"/>
            <a:ext cx="64378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25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36FF50-9189-C8C7-C06B-746D6CFAE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675"/>
            <a:ext cx="11836400" cy="59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13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2465</TotalTime>
  <Words>64</Words>
  <Application>Microsoft Macintosh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Figure 1</vt:lpstr>
      <vt:lpstr>Figure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Kathryn J Bloodworth</dc:creator>
  <cp:lastModifiedBy>Kathryn J Bloodworth</cp:lastModifiedBy>
  <cp:revision>2</cp:revision>
  <dcterms:created xsi:type="dcterms:W3CDTF">2026-05-13T21:18:51Z</dcterms:created>
  <dcterms:modified xsi:type="dcterms:W3CDTF">2026-05-15T14:24:28Z</dcterms:modified>
</cp:coreProperties>
</file>